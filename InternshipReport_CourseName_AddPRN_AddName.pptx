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12"/>
  </p:notesMasterIdLst>
  <p:sldIdLst>
    <p:sldId id="256" r:id="rId2"/>
    <p:sldId id="291" r:id="rId3"/>
    <p:sldId id="305" r:id="rId4"/>
    <p:sldId id="299" r:id="rId5"/>
    <p:sldId id="306" r:id="rId6"/>
    <p:sldId id="298" r:id="rId7"/>
    <p:sldId id="300" r:id="rId8"/>
    <p:sldId id="301" r:id="rId9"/>
    <p:sldId id="302" r:id="rId10"/>
    <p:sldId id="28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 varScale="1">
        <p:scale>
          <a:sx n="86" d="100"/>
          <a:sy n="86" d="100"/>
        </p:scale>
        <p:origin x="73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C2CD4-DABA-4536-9B67-2DE7EFDCBA13}" type="datetimeFigureOut">
              <a:rPr lang="en-US" smtClean="0"/>
              <a:t>2/17/2026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E4E8BA-A418-4A17-B674-F1EE5E741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074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BA658-22CE-45F5-8DC5-D892EA4C93B8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31615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941" y="146185"/>
            <a:ext cx="11822805" cy="62654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941" y="953037"/>
            <a:ext cx="11822805" cy="5223926"/>
          </a:xfrm>
          <a:ln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3DED-4443-4902-90C0-EA48CD3C27BC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2731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7C877-85EE-480D-B72B-3D8F8DACDA8D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2940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33305"/>
            <a:ext cx="10515600" cy="665185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965915"/>
            <a:ext cx="5181600" cy="5211048"/>
          </a:xfrm>
          <a:ln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965915"/>
            <a:ext cx="5181600" cy="5211048"/>
          </a:xfrm>
          <a:ln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959D70-8AF8-416B-B0BB-8EFF39F0A123}" type="datetime1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758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4669"/>
            <a:ext cx="10515600" cy="690943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952299"/>
            <a:ext cx="5157787" cy="823912"/>
          </a:xfrm>
          <a:ln>
            <a:solidFill>
              <a:schemeClr val="accent1"/>
            </a:solidFill>
          </a:ln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1942898"/>
            <a:ext cx="5157787" cy="4246765"/>
          </a:xfrm>
          <a:ln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952299"/>
            <a:ext cx="5183188" cy="823912"/>
          </a:xfrm>
          <a:ln>
            <a:solidFill>
              <a:schemeClr val="accent1"/>
            </a:solidFill>
          </a:ln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942898"/>
            <a:ext cx="5183188" cy="4246765"/>
          </a:xfrm>
          <a:ln>
            <a:solidFill>
              <a:schemeClr val="accent1"/>
            </a:solidFill>
          </a:ln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5D17C-5862-4E9D-85E2-84880EFF42D8}" type="datetime1">
              <a:rPr lang="en-IN" smtClean="0"/>
              <a:t>17-02-2026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55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07548"/>
            <a:ext cx="10515600" cy="69094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DDD5F5-B4F4-4B54-8237-C08566E02776}" type="datetime1">
              <a:rPr lang="en-IN" smtClean="0"/>
              <a:t>17-02-2026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8796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A3991-CF42-42B1-8296-47069CC1A0F9}" type="datetime1">
              <a:rPr lang="en-IN" smtClean="0"/>
              <a:t>17-02-2026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52804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806F1D-422F-489D-A5DF-BAD8BD9A42A1}" type="datetime1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6360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34FCC-3395-4CF8-9F67-A1EF143D3151}" type="datetime1">
              <a:rPr lang="en-IN" smtClean="0"/>
              <a:t>17-02-2026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2713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FBF69-AC48-4D19-9E62-0872A7FADD33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0956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FE3046-A60A-4195-99C7-C5840152675C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7875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DD632F-F9F2-4581-BC9B-08F4972CB6EA}" type="datetime1">
              <a:rPr lang="en-IN" smtClean="0"/>
              <a:t>17-02-2026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BA46AD-2A05-4FDC-87AB-CA6566AD2D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761004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77009" y="3077612"/>
            <a:ext cx="9369287" cy="1214406"/>
          </a:xfrm>
        </p:spPr>
        <p:txBody>
          <a:bodyPr anchor="b">
            <a:no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Full-Time Industry Internship Progress Report </a:t>
            </a:r>
            <a:b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(Jan 2026 –June 2026)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03434" y="4515458"/>
            <a:ext cx="7814023" cy="1715700"/>
          </a:xfrm>
        </p:spPr>
        <p:txBody>
          <a:bodyPr anchor="t">
            <a:normAutofit fontScale="92500" lnSpcReduction="20000"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SYMSC CS (Batch 2024-26) Semester IV Div A	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&lt;Student Name&gt;</a:t>
            </a: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&lt;PRN&gt;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001EA16-0B32-46E0-E2A8-A33D5ADF4F95}"/>
              </a:ext>
            </a:extLst>
          </p:cNvPr>
          <p:cNvSpPr txBox="1">
            <a:spLocks/>
          </p:cNvSpPr>
          <p:nvPr/>
        </p:nvSpPr>
        <p:spPr>
          <a:xfrm>
            <a:off x="1577009" y="1614896"/>
            <a:ext cx="9536640" cy="167174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Computing </a:t>
            </a:r>
          </a:p>
          <a:p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Y. 2025-26</a:t>
            </a:r>
          </a:p>
          <a:p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C4368F-67EB-7CC6-8C09-1E8147ED83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3689" y="705560"/>
            <a:ext cx="6637748" cy="934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0584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lvl="0"/>
            <a:r>
              <a:rPr lang="en-US" dirty="0"/>
              <a:t>Internship Details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Company Name :</a:t>
            </a:r>
          </a:p>
          <a:p>
            <a:r>
              <a:rPr lang="en-US" dirty="0"/>
              <a:t>Company Website:</a:t>
            </a:r>
          </a:p>
          <a:p>
            <a:r>
              <a:rPr lang="en-US" dirty="0"/>
              <a:t>Mode of Work : Working Corporate Office / Work from home / Working at client site, etc.</a:t>
            </a:r>
          </a:p>
          <a:p>
            <a:r>
              <a:rPr lang="en-US" dirty="0"/>
              <a:t>Corporate Guide(s) </a:t>
            </a:r>
            <a:r>
              <a:rPr lang="en-US" sz="2400" dirty="0"/>
              <a:t>(Give name and designation)</a:t>
            </a:r>
            <a:r>
              <a:rPr lang="en-US" dirty="0"/>
              <a:t>:</a:t>
            </a:r>
          </a:p>
          <a:p>
            <a:r>
              <a:rPr lang="en-US" dirty="0"/>
              <a:t>Email Id of Company Guide:</a:t>
            </a:r>
          </a:p>
          <a:p>
            <a:r>
              <a:rPr lang="en-US" dirty="0"/>
              <a:t>Mobile Number of Company Guide:</a:t>
            </a:r>
          </a:p>
          <a:p>
            <a:r>
              <a:rPr lang="en-US" dirty="0"/>
              <a:t>Internship Position: </a:t>
            </a:r>
            <a:r>
              <a:rPr lang="en-US" sz="2000" dirty="0"/>
              <a:t>(Mention only if any specific role has been assigned, such as Data Analyst, Tester, UI Designer, Java Developer, etc.)</a:t>
            </a:r>
          </a:p>
          <a:p>
            <a:r>
              <a:rPr lang="en-US" dirty="0"/>
              <a:t>Internship Start and End Date: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CF1DE0-083A-B38B-6E1C-BCAD39AF5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323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Typical Workday at Internship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i="1" dirty="0"/>
              <a:t>Give a brief of how your typical workday at internship is conducted.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D11CF6-48C7-423C-3FD2-A0229C49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5644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Objective and Tasks Assigned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i="1" dirty="0"/>
              <a:t>Give a brief of key tasks assigned and their status. </a:t>
            </a:r>
            <a:r>
              <a:rPr lang="en-US" i="1" dirty="0"/>
              <a:t>(Also Highlight any specific contributions by you, over and above the expected work)</a:t>
            </a:r>
          </a:p>
          <a:p>
            <a:pPr marL="0" indent="0">
              <a:buNone/>
            </a:pPr>
            <a:r>
              <a:rPr lang="en-IN" i="1" dirty="0"/>
              <a:t> </a:t>
            </a:r>
          </a:p>
          <a:p>
            <a:r>
              <a:rPr lang="en-US" dirty="0"/>
              <a:t>/</a:t>
            </a:r>
          </a:p>
        </p:txBody>
      </p:sp>
      <p:graphicFrame>
        <p:nvGraphicFramePr>
          <p:cNvPr id="5" name="Content Placeholder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9939940"/>
              </p:ext>
            </p:extLst>
          </p:nvPr>
        </p:nvGraphicFramePr>
        <p:xfrm>
          <a:off x="313507" y="2066040"/>
          <a:ext cx="11290158" cy="165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3322">
                  <a:extLst>
                    <a:ext uri="{9D8B030D-6E8A-4147-A177-3AD203B41FA5}">
                      <a16:colId xmlns:a16="http://schemas.microsoft.com/office/drawing/2014/main" val="3128475074"/>
                    </a:ext>
                  </a:extLst>
                </a:gridCol>
                <a:gridCol w="2443609">
                  <a:extLst>
                    <a:ext uri="{9D8B030D-6E8A-4147-A177-3AD203B41FA5}">
                      <a16:colId xmlns:a16="http://schemas.microsoft.com/office/drawing/2014/main" val="192660349"/>
                    </a:ext>
                  </a:extLst>
                </a:gridCol>
                <a:gridCol w="1543839">
                  <a:extLst>
                    <a:ext uri="{9D8B030D-6E8A-4147-A177-3AD203B41FA5}">
                      <a16:colId xmlns:a16="http://schemas.microsoft.com/office/drawing/2014/main" val="55033515"/>
                    </a:ext>
                  </a:extLst>
                </a:gridCol>
                <a:gridCol w="1432530">
                  <a:extLst>
                    <a:ext uri="{9D8B030D-6E8A-4147-A177-3AD203B41FA5}">
                      <a16:colId xmlns:a16="http://schemas.microsoft.com/office/drawing/2014/main" val="4192509940"/>
                    </a:ext>
                  </a:extLst>
                </a:gridCol>
                <a:gridCol w="1727030">
                  <a:extLst>
                    <a:ext uri="{9D8B030D-6E8A-4147-A177-3AD203B41FA5}">
                      <a16:colId xmlns:a16="http://schemas.microsoft.com/office/drawing/2014/main" val="1082382513"/>
                    </a:ext>
                  </a:extLst>
                </a:gridCol>
                <a:gridCol w="3649828">
                  <a:extLst>
                    <a:ext uri="{9D8B030D-6E8A-4147-A177-3AD203B41FA5}">
                      <a16:colId xmlns:a16="http://schemas.microsoft.com/office/drawing/2014/main" val="1530540595"/>
                    </a:ext>
                  </a:extLst>
                </a:gridCol>
              </a:tblGrid>
              <a:tr h="345145">
                <a:tc>
                  <a:txBody>
                    <a:bodyPr/>
                    <a:lstStyle/>
                    <a:p>
                      <a:r>
                        <a:rPr lang="en-IN" sz="1800" b="0" dirty="0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dirty="0"/>
                        <a:t>Tasks Assigned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dirty="0"/>
                        <a:t>Start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dirty="0"/>
                        <a:t>End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dirty="0"/>
                        <a:t>Current</a:t>
                      </a:r>
                      <a:r>
                        <a:rPr lang="en-IN" sz="1800" b="0" baseline="0" dirty="0"/>
                        <a:t> Status</a:t>
                      </a:r>
                      <a:endParaRPr lang="en-IN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dirty="0"/>
                        <a:t>Highlights if any (Challenges Overcome, New Learnings, Feedback, etc.)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40634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dirty="0"/>
                        <a:t>1.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2584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b="0" dirty="0"/>
                        <a:t>2.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800" b="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8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IN" sz="18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825124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2DD379-1CBE-0596-D80F-ACFC4C12A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5666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FE804-16B7-4D9F-9A00-B3473DED5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Work Details Available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1DEF00-E85D-4C68-B2B1-85790BFA83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Please add the details of your work in terms of screenshots, table design, diagrams etc.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89216-F090-9657-98A3-37D54101F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152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Learnings  - Technology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67DA2-3E20-78FB-6081-B94B1C880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12467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Key Learnings - Behavioral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3C60CD-66D0-9EE6-E9C5-9102D5A0B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2460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Suggestions and Feedback Received From Guide(s)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/>
              <a:t>Here you may include screenshot or attachments of any achievement/feedback/appreciation received from the guide</a:t>
            </a:r>
            <a:endParaRPr lang="en-US" i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DA08DC-38E0-49B3-F1FF-AE5B63F95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8839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Action Plan for Next Term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i="1" dirty="0"/>
              <a:t>In case you already have visibility of the plan for next term, you may mention the same here. </a:t>
            </a:r>
            <a:endParaRPr lang="en-US" i="1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BFB10F-B5AE-17AF-0DD0-F89CEFBC92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5534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sz="4800" dirty="0"/>
          </a:p>
          <a:p>
            <a:pPr marL="0" indent="0" algn="ctr">
              <a:buNone/>
            </a:pPr>
            <a:r>
              <a:rPr lang="en-IN" sz="4800" dirty="0"/>
              <a:t>Thank You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759A2-C466-A8BD-9C04-5F9237370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BA46AD-2A05-4FDC-87AB-CA6566AD2D84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872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1096</TotalTime>
  <Words>293</Words>
  <Application>Microsoft Office PowerPoint</Application>
  <PresentationFormat>Widescreen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Times New Roman</vt:lpstr>
      <vt:lpstr>Office Theme</vt:lpstr>
      <vt:lpstr>Full-Time Industry Internship Progress Report  (Jan 2026 –June 2026)</vt:lpstr>
      <vt:lpstr>Internship Details</vt:lpstr>
      <vt:lpstr>Typical Workday at Internship</vt:lpstr>
      <vt:lpstr>Objective and Tasks Assigned</vt:lpstr>
      <vt:lpstr>Work Details Available</vt:lpstr>
      <vt:lpstr>Key Learnings  - Technology </vt:lpstr>
      <vt:lpstr>Key Learnings - Behavioral</vt:lpstr>
      <vt:lpstr>Suggestions and Feedback Received From Guide(s)</vt:lpstr>
      <vt:lpstr>Action Plan for Next Term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Supriya Aras</dc:creator>
  <cp:lastModifiedBy>Ratanhari Nagargoje</cp:lastModifiedBy>
  <cp:revision>96</cp:revision>
  <dcterms:created xsi:type="dcterms:W3CDTF">2019-10-10T07:35:05Z</dcterms:created>
  <dcterms:modified xsi:type="dcterms:W3CDTF">2026-02-17T06:34:00Z</dcterms:modified>
</cp:coreProperties>
</file>